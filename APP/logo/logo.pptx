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9C89CD-D6CE-E4D3-1654-080581F16D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9EF1959-F19B-FBBA-F70D-ADAC7A50B9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2C9ADF6-AC87-FBC3-FAF9-5A00FD7E3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232BE-2DEA-4563-89D1-FD31FD06874C}" type="datetimeFigureOut">
              <a:rPr lang="zh-TW" altLang="en-US" smtClean="0"/>
              <a:t>2026/3/1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8DA92B4-F49C-7D9D-B6F5-36F27C969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9FA01DA-5EB7-87C8-150E-20F8E73CC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2D090-F34B-42D7-ACF5-88A9941636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2853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6085B8-FD08-2808-8C5C-4332CB280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0D307DF-3CD0-159B-3721-3C519835B8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36CB904-6B37-7BAE-CE3D-0D6F3C0D2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232BE-2DEA-4563-89D1-FD31FD06874C}" type="datetimeFigureOut">
              <a:rPr lang="zh-TW" altLang="en-US" smtClean="0"/>
              <a:t>2026/3/1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D863D6E-C557-87D9-26D2-1994BFC90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E60C3DC-872F-272B-D8EA-E2084D5DE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2D090-F34B-42D7-ACF5-88A9941636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2771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6BB29B-8248-3848-B75B-11F72687D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AF81EF0-5540-95DD-6F68-12726B0AD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B02F0D-C938-0BCC-BB50-A0783DADD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232BE-2DEA-4563-89D1-FD31FD06874C}" type="datetimeFigureOut">
              <a:rPr lang="zh-TW" altLang="en-US" smtClean="0"/>
              <a:t>2026/3/1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941E44A-3CC0-9844-88AF-CE7595E6E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B3072B5-DFEC-6B19-25A2-8D447C61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2D090-F34B-42D7-ACF5-88A9941636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934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211F39-9A53-F01A-3449-B682E88C1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E95FC2-D129-9442-295B-7258035084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C920134-7277-1549-342A-1307AF8E92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C7A35AE-7035-0BF4-EAD5-942ACA1F7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232BE-2DEA-4563-89D1-FD31FD06874C}" type="datetimeFigureOut">
              <a:rPr lang="zh-TW" altLang="en-US" smtClean="0"/>
              <a:t>2026/3/1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A2CC8F2-06E0-D7D7-8F4E-C1E94663C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C6C088B-4F91-25F9-F5C2-50A57D616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2D090-F34B-42D7-ACF5-88A9941636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219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E5CE9A-752D-B646-5FD1-17A4B983A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0193CF8-CE71-D3C4-0613-E89FAA582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0F5EC32-CEB2-950A-4780-77FF6C3598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B623638-A3E6-9B0F-17A1-3965ED61B0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BD24175-D2D1-3131-8948-E47C5F394C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4794863-B89B-AF97-64CD-DD2644DD3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232BE-2DEA-4563-89D1-FD31FD06874C}" type="datetimeFigureOut">
              <a:rPr lang="zh-TW" altLang="en-US" smtClean="0"/>
              <a:t>2026/3/1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6997734-149A-0754-AA1A-C1E7D9980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DAB7698-2FCE-BED0-8780-7195D1D1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2D090-F34B-42D7-ACF5-88A9941636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2334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90A9A2-DC83-6BEF-A73E-E8A66CE5C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70B6C43-C045-199C-F415-C167FA588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232BE-2DEA-4563-89D1-FD31FD06874C}" type="datetimeFigureOut">
              <a:rPr lang="zh-TW" altLang="en-US" smtClean="0"/>
              <a:t>2026/3/1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E7A129A-1E2F-E3E8-E713-DB856DA64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40F4D94-C2EE-4AE5-2197-510CE67CA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2D090-F34B-42D7-ACF5-88A9941636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2627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19A2EAB-3BB4-7CBC-22D1-B32AA0F92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232BE-2DEA-4563-89D1-FD31FD06874C}" type="datetimeFigureOut">
              <a:rPr lang="zh-TW" altLang="en-US" smtClean="0"/>
              <a:t>2026/3/1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9F74763-A7ED-24E3-47DA-B7ECCED4F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7DCE093-7589-0A66-72EE-5C8D7EE4D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2D090-F34B-42D7-ACF5-88A9941636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2479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F415E6-7D74-245E-4644-7F24805B8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FBCDAA0-E884-8ACD-CCC2-005173DF2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A1FAE98-0BC9-9F53-346B-6F2A4F0732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008AFB8-A50E-18EC-E422-B71025509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232BE-2DEA-4563-89D1-FD31FD06874C}" type="datetimeFigureOut">
              <a:rPr lang="zh-TW" altLang="en-US" smtClean="0"/>
              <a:t>2026/3/1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935ABB0-71DB-3E0F-6122-63F860902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1F4C04E-4ADC-0D1D-AD20-C0C30D786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2D090-F34B-42D7-ACF5-88A9941636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1475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DEA193-A0C5-71C7-B8B3-0507F627D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837DC1A-C6F4-2340-6B84-D01DE98E4F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4DC2CB9-BB1D-A8C6-367B-9AB49AC494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1D951BA-7FAE-E75F-907E-44959016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232BE-2DEA-4563-89D1-FD31FD06874C}" type="datetimeFigureOut">
              <a:rPr lang="zh-TW" altLang="en-US" smtClean="0"/>
              <a:t>2026/3/1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007C890-D7AC-0148-F022-663F1BC11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94CE906-FC4C-FABD-ECC4-F65B89B34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2D090-F34B-42D7-ACF5-88A9941636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4952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FE73D8-BB4B-8C39-D30C-51B8B0F66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8E2F18A-E6E9-1F84-1073-541359FEE8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18ABF7B-168B-094E-290F-2101ECC91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232BE-2DEA-4563-89D1-FD31FD06874C}" type="datetimeFigureOut">
              <a:rPr lang="zh-TW" altLang="en-US" smtClean="0"/>
              <a:t>2026/3/1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6F65C69-B691-5BD8-803D-266B8AC16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3B355C1-109D-EDB3-DEE5-AA41641CF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2D090-F34B-42D7-ACF5-88A9941636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3037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F76D01D-9945-951D-F34D-75B3F861F1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09AE432-1484-5559-8120-90DA176AF8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9AA5CB2-C371-BCF2-BDDB-A3FF7C44C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232BE-2DEA-4563-89D1-FD31FD06874C}" type="datetimeFigureOut">
              <a:rPr lang="zh-TW" altLang="en-US" smtClean="0"/>
              <a:t>2026/3/1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3C321E3-6249-241B-8A02-1A35324D8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AE9473D-83F3-ABC7-EE4D-653A948F7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2D090-F34B-42D7-ACF5-88A9941636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7596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0F9B045-6174-E8C0-FBBD-D6B3FF7BB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1372506-CABD-22C9-D335-9D988F232D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9753927-8D21-5FF5-4446-E85606C605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F232BE-2DEA-4563-89D1-FD31FD06874C}" type="datetimeFigureOut">
              <a:rPr lang="zh-TW" altLang="en-US" smtClean="0"/>
              <a:t>2026/3/1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3A560F5-9F82-4A1D-7BD4-BC570E7E4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C337D8D-99DC-DEB5-EAF6-3D5C83732F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C2D090-F34B-42D7-ACF5-88A9941636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7101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, 螢幕擷取畫面, 多媒體, 小工具 的圖片&#10;&#10;AI 產生的內容可能不正確。">
            <a:extLst>
              <a:ext uri="{FF2B5EF4-FFF2-40B4-BE49-F238E27FC236}">
                <a16:creationId xmlns:a16="http://schemas.microsoft.com/office/drawing/2014/main" id="{48D5BFA8-C185-B84F-5B1C-79DE42BB65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32" t="3674" r="1139"/>
          <a:stretch>
            <a:fillRect/>
          </a:stretch>
        </p:blipFill>
        <p:spPr>
          <a:xfrm>
            <a:off x="1218996" y="1385604"/>
            <a:ext cx="3393344" cy="2573484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BC41C21-889A-47D3-8527-F958C15E0685}"/>
              </a:ext>
            </a:extLst>
          </p:cNvPr>
          <p:cNvSpPr/>
          <p:nvPr/>
        </p:nvSpPr>
        <p:spPr>
          <a:xfrm>
            <a:off x="3889512" y="2301837"/>
            <a:ext cx="644863" cy="4377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5F33A1F-04E8-8FB2-B2F3-C589F4956D00}"/>
              </a:ext>
            </a:extLst>
          </p:cNvPr>
          <p:cNvSpPr txBox="1"/>
          <p:nvPr/>
        </p:nvSpPr>
        <p:spPr>
          <a:xfrm>
            <a:off x="3859900" y="2336060"/>
            <a:ext cx="527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🔋</a:t>
            </a:r>
            <a:r>
              <a:rPr lang="en-US" altLang="zh-TW" b="1" dirty="0">
                <a:solidFill>
                  <a:srgbClr val="FF0000"/>
                </a:solidFill>
              </a:rPr>
              <a:t>?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pic>
        <p:nvPicPr>
          <p:cNvPr id="9" name="圖片 8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598EF4DD-5F4E-F984-CDAB-193F8CE582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368" y="1437747"/>
            <a:ext cx="3797211" cy="2469198"/>
          </a:xfrm>
          <a:prstGeom prst="rect">
            <a:avLst/>
          </a:prstGeom>
        </p:spPr>
      </p:pic>
      <p:pic>
        <p:nvPicPr>
          <p:cNvPr id="11" name="圖形 10">
            <a:extLst>
              <a:ext uri="{FF2B5EF4-FFF2-40B4-BE49-F238E27FC236}">
                <a16:creationId xmlns:a16="http://schemas.microsoft.com/office/drawing/2014/main" id="{A206A2FC-2D75-653A-FA9D-08EDD50F82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41952" y="1652247"/>
            <a:ext cx="1841416" cy="1841416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9D41A62-F549-F3AA-B813-B785A3EB4DDB}"/>
              </a:ext>
            </a:extLst>
          </p:cNvPr>
          <p:cNvSpPr/>
          <p:nvPr/>
        </p:nvSpPr>
        <p:spPr>
          <a:xfrm>
            <a:off x="7275445" y="3435626"/>
            <a:ext cx="311426" cy="3213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7729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</Words>
  <Application>Microsoft Office PowerPoint</Application>
  <PresentationFormat>寬螢幕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徐英豈</dc:creator>
  <cp:lastModifiedBy>徐英豈</cp:lastModifiedBy>
  <cp:revision>1</cp:revision>
  <dcterms:created xsi:type="dcterms:W3CDTF">2026-02-28T16:08:45Z</dcterms:created>
  <dcterms:modified xsi:type="dcterms:W3CDTF">2026-02-28T16:21:01Z</dcterms:modified>
</cp:coreProperties>
</file>